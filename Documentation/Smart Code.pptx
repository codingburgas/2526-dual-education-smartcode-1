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19" y="-40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BBEC3B50-0F51-45D5-9D28-3EF3117597EE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97EE1139-5BCF-4368-A6CD-C78DD332B8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5279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C3B50-0F51-45D5-9D28-3EF3117597EE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E1139-5BCF-4368-A6CD-C78DD332B8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1395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C3B50-0F51-45D5-9D28-3EF3117597EE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E1139-5BCF-4368-A6CD-C78DD332B8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768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C3B50-0F51-45D5-9D28-3EF3117597EE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E1139-5BCF-4368-A6CD-C78DD332B8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8786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C3B50-0F51-45D5-9D28-3EF3117597EE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E1139-5BCF-4368-A6CD-C78DD332B8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4356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C3B50-0F51-45D5-9D28-3EF3117597EE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E1139-5BCF-4368-A6CD-C78DD332B8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400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C3B50-0F51-45D5-9D28-3EF3117597EE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E1139-5BCF-4368-A6CD-C78DD332B8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7783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C3B50-0F51-45D5-9D28-3EF3117597EE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E1139-5BCF-4368-A6CD-C78DD332B8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8988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C3B50-0F51-45D5-9D28-3EF3117597EE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E1139-5BCF-4368-A6CD-C78DD332B8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425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C3B50-0F51-45D5-9D28-3EF3117597EE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E1139-5BCF-4368-A6CD-C78DD332B8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75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C3B50-0F51-45D5-9D28-3EF3117597EE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E1139-5BCF-4368-A6CD-C78DD332B8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1924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C3B50-0F51-45D5-9D28-3EF3117597EE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E1139-5BCF-4368-A6CD-C78DD332B8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8645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C3B50-0F51-45D5-9D28-3EF3117597EE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E1139-5BCF-4368-A6CD-C78DD332B8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8411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C3B50-0F51-45D5-9D28-3EF3117597EE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E1139-5BCF-4368-A6CD-C78DD332B8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0319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C3B50-0F51-45D5-9D28-3EF3117597EE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E1139-5BCF-4368-A6CD-C78DD332B8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526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BBEC3B50-0F51-45D5-9D28-3EF3117597EE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E1139-5BCF-4368-A6CD-C78DD332B8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846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BBEC3B50-0F51-45D5-9D28-3EF3117597EE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E1139-5BCF-4368-A6CD-C78DD332B8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1481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BBEC3B50-0F51-45D5-9D28-3EF3117597EE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97EE1139-5BCF-4368-A6CD-C78DD332B8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384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image" Target="../media/image6.png"/><Relationship Id="rId7" Type="http://schemas.openxmlformats.org/officeDocument/2006/relationships/image" Target="../media/image10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jpe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4FBFD-A170-4F77-BB43-10876090E0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Smart Code </a:t>
            </a:r>
          </a:p>
        </p:txBody>
      </p:sp>
    </p:spTree>
    <p:extLst>
      <p:ext uri="{BB962C8B-B14F-4D97-AF65-F5344CB8AC3E}">
        <p14:creationId xmlns:p14="http://schemas.microsoft.com/office/powerpoint/2010/main" val="40428476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270BC-AFC6-429A-AFDE-CC95D4756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team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A5075D-4DD4-4F01-A450-CED177F0F5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407479"/>
            <a:ext cx="3255681" cy="1188571"/>
          </a:xfrm>
        </p:spPr>
        <p:txBody>
          <a:bodyPr>
            <a:normAutofit/>
          </a:bodyPr>
          <a:lstStyle/>
          <a:p>
            <a:r>
              <a:rPr lang="en-US" dirty="0"/>
              <a:t>        </a:t>
            </a:r>
          </a:p>
          <a:p>
            <a:endParaRPr lang="en-US" dirty="0"/>
          </a:p>
          <a:p>
            <a:r>
              <a:rPr lang="en-US" dirty="0"/>
              <a:t>                Denis </a:t>
            </a:r>
            <a:r>
              <a:rPr lang="en-US" dirty="0" err="1"/>
              <a:t>Paspalov</a:t>
            </a:r>
            <a:r>
              <a:rPr lang="en-US" dirty="0"/>
              <a:t>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C6635C0-1CEE-4E94-A58C-9E38AA7377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998" y="2407479"/>
            <a:ext cx="1733792" cy="150516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E738DEE-D763-4623-90E0-AE5647D55E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998" y="4731579"/>
            <a:ext cx="1733792" cy="150516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E011513-ADF9-416B-9A8E-4CC4E48EEF28}"/>
              </a:ext>
            </a:extLst>
          </p:cNvPr>
          <p:cNvSpPr txBox="1"/>
          <p:nvPr/>
        </p:nvSpPr>
        <p:spPr>
          <a:xfrm>
            <a:off x="2417790" y="560108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Marin </a:t>
            </a:r>
            <a:r>
              <a:rPr lang="en-US" dirty="0" err="1"/>
              <a:t>Marinov</a:t>
            </a:r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12B14B6-4A6A-4A47-9CE0-D3DDBF67A0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6004" y="2415746"/>
            <a:ext cx="1733792" cy="148862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3ACBA6C-2543-4390-8C20-D11831D9184A}"/>
              </a:ext>
            </a:extLst>
          </p:cNvPr>
          <p:cNvSpPr txBox="1"/>
          <p:nvPr/>
        </p:nvSpPr>
        <p:spPr>
          <a:xfrm>
            <a:off x="7738849" y="331633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Yanko </a:t>
            </a:r>
            <a:r>
              <a:rPr lang="en-US" dirty="0" err="1"/>
              <a:t>Yanakiev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1022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3067A-96D2-4596-962A-03939A378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idea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2D7669-AB5B-4606-9DB5-FD4DE39F1D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Eco-City Explorer is an interactive website that shows how a modern eco-friendly city works.</a:t>
            </a:r>
          </a:p>
          <a:p>
            <a:pPr marL="0" indent="0">
              <a:buNone/>
            </a:pPr>
            <a:r>
              <a:rPr lang="en-US" dirty="0"/>
              <a:t>Users can explore different parts of the city, like solar energy, green parks, recycling systems, and smart transport. Each area gives easy-to-understand information and interesting facts.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24998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5FAC7-DBF4-4272-8C8A-1A9E1BAEF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Used technologies</a:t>
            </a:r>
          </a:p>
        </p:txBody>
      </p:sp>
      <p:pic>
        <p:nvPicPr>
          <p:cNvPr id="1026" name="Picture 2" descr="Visual Studio Code - Wikipedia">
            <a:extLst>
              <a:ext uri="{FF2B5EF4-FFF2-40B4-BE49-F238E27FC236}">
                <a16:creationId xmlns:a16="http://schemas.microsoft.com/office/drawing/2014/main" id="{134906A3-237D-4CD0-8DAF-03639142A85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4954" y="2297906"/>
            <a:ext cx="1622266" cy="1622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Git &amp; Github">
            <a:extLst>
              <a:ext uri="{FF2B5EF4-FFF2-40B4-BE49-F238E27FC236}">
                <a16:creationId xmlns:a16="http://schemas.microsoft.com/office/drawing/2014/main" id="{D244B9AB-1FF2-4E7E-9002-C87D34E0ED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9666" y="4681627"/>
            <a:ext cx="28575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HTML - Wikipedia">
            <a:extLst>
              <a:ext uri="{FF2B5EF4-FFF2-40B4-BE49-F238E27FC236}">
                <a16:creationId xmlns:a16="http://schemas.microsoft.com/office/drawing/2014/main" id="{2469955A-FB30-4331-A874-36A985195C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478086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CSS | Coding Help Wikia | Fandom">
            <a:extLst>
              <a:ext uri="{FF2B5EF4-FFF2-40B4-BE49-F238E27FC236}">
                <a16:creationId xmlns:a16="http://schemas.microsoft.com/office/drawing/2014/main" id="{FF4F0A38-1D7E-4805-BE3F-580F866C48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410" y="2359023"/>
            <a:ext cx="2247900" cy="203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javascript-project · GitHub Topics · GitHub">
            <a:extLst>
              <a:ext uri="{FF2B5EF4-FFF2-40B4-BE49-F238E27FC236}">
                <a16:creationId xmlns:a16="http://schemas.microsoft.com/office/drawing/2014/main" id="{61838D5B-B271-4CA0-93EA-48BF0D6A55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0425" y="2701923"/>
            <a:ext cx="2695575" cy="1695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Canva – Изтегляне и инсталиране в Windows | Microsoft Store">
            <a:extLst>
              <a:ext uri="{FF2B5EF4-FFF2-40B4-BE49-F238E27FC236}">
                <a16:creationId xmlns:a16="http://schemas.microsoft.com/office/drawing/2014/main" id="{EED90725-6E46-4E27-AD75-50AD91F43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1587" y="4681627"/>
            <a:ext cx="1474073" cy="1474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>
            <a:extLst>
              <a:ext uri="{FF2B5EF4-FFF2-40B4-BE49-F238E27FC236}">
                <a16:creationId xmlns:a16="http://schemas.microsoft.com/office/drawing/2014/main" id="{439CB6B8-80AE-4739-A974-2FF901D354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834" y="4415076"/>
            <a:ext cx="1868965" cy="1740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>
            <a:extLst>
              <a:ext uri="{FF2B5EF4-FFF2-40B4-BE49-F238E27FC236}">
                <a16:creationId xmlns:a16="http://schemas.microsoft.com/office/drawing/2014/main" id="{9908F850-BCA7-4756-83F2-7BFA3EDDA5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3390" y="4681627"/>
            <a:ext cx="1772603" cy="161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47719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A40E6-AC1D-406E-915F-D3248F898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7894" y="3274908"/>
            <a:ext cx="8761413" cy="706964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Now let’s head to the site!</a:t>
            </a:r>
          </a:p>
        </p:txBody>
      </p:sp>
    </p:spTree>
    <p:extLst>
      <p:ext uri="{BB962C8B-B14F-4D97-AF65-F5344CB8AC3E}">
        <p14:creationId xmlns:p14="http://schemas.microsoft.com/office/powerpoint/2010/main" val="225579746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17</TotalTime>
  <Words>70</Words>
  <Application>Microsoft Office PowerPoint</Application>
  <PresentationFormat>Widescreen</PresentationFormat>
  <Paragraphs>12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Century Gothic</vt:lpstr>
      <vt:lpstr>Wingdings 3</vt:lpstr>
      <vt:lpstr>Ion Boardroom</vt:lpstr>
      <vt:lpstr>Smart Code </vt:lpstr>
      <vt:lpstr>Our team</vt:lpstr>
      <vt:lpstr>Our idea</vt:lpstr>
      <vt:lpstr>Used technologies</vt:lpstr>
      <vt:lpstr>Now let’s head to the site!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Code</dc:title>
  <dc:creator>Денис Златинов Паспалов</dc:creator>
  <cp:lastModifiedBy>Денис Златинов Паспалов</cp:lastModifiedBy>
  <cp:revision>2</cp:revision>
  <dcterms:created xsi:type="dcterms:W3CDTF">2026-04-05T06:50:49Z</dcterms:created>
  <dcterms:modified xsi:type="dcterms:W3CDTF">2026-04-05T07:07:59Z</dcterms:modified>
</cp:coreProperties>
</file>